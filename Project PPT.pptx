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Backup Web Manager</a:t>
            </a:r>
          </a:p>
          <a:p>
            <a:r>
              <a:t>Linux Based Project</a:t>
            </a:r>
          </a:p>
          <a:p>
            <a:r>
              <a:t>Seminar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loss due to system failure, human error, or malware can cause serious problems.</a:t>
            </a:r>
          </a:p>
          <a:p>
            <a:r>
              <a:t>Automated backups help protect important data and ensure recovery when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backups are time-consuming and prone to human error.</a:t>
            </a:r>
          </a:p>
          <a:p>
            <a:r>
              <a:t>Many systems lack centralized backup management and monitoring.</a:t>
            </a:r>
          </a:p>
          <a:p>
            <a:r>
              <a:t>A simple automated solution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 directory backups</a:t>
            </a:r>
          </a:p>
          <a:p>
            <a:r>
              <a:t>• Compress backup data</a:t>
            </a:r>
          </a:p>
          <a:p>
            <a:r>
              <a:t>• Schedule backups automatically</a:t>
            </a:r>
          </a:p>
          <a:p>
            <a:r>
              <a:t>• Provide a web interface for monitoring</a:t>
            </a:r>
          </a:p>
          <a:p>
            <a:r>
              <a:t>• Allow download of backup archives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directory backup</a:t>
            </a:r>
          </a:p>
          <a:p>
            <a:r>
              <a:t>• Backup compression and storage</a:t>
            </a:r>
          </a:p>
          <a:p>
            <a:r>
              <a:t>• Backup scheduling using cron</a:t>
            </a:r>
          </a:p>
          <a:p>
            <a:r>
              <a:t>• Log monitoring</a:t>
            </a:r>
          </a:p>
          <a:p>
            <a:r>
              <a:t>• Web interface for backup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OS</a:t>
            </a:r>
          </a:p>
          <a:p>
            <a:r>
              <a:t>Bash Scripting</a:t>
            </a:r>
          </a:p>
          <a:p>
            <a:r>
              <a:t>Cron Jobs</a:t>
            </a:r>
          </a:p>
          <a:p>
            <a:r>
              <a:t>Rsync</a:t>
            </a:r>
          </a:p>
          <a:p>
            <a:r>
              <a:t>Tar Utility</a:t>
            </a:r>
          </a:p>
          <a:p>
            <a:r>
              <a:t>PHP</a:t>
            </a:r>
          </a:p>
          <a:p>
            <a:r>
              <a:t>Apache Web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Web Interface → PHP Scripts → Backup Script → Rsync &amp; Tar → Backup Storage → Logs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Folder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/var/www/html/backup-manager</a:t>
            </a:r>
          </a:p>
          <a:p>
            <a:r>
              <a:t>scripts/</a:t>
            </a:r>
          </a:p>
          <a:p>
            <a:r>
              <a:t>backups/</a:t>
            </a:r>
          </a:p>
          <a:p>
            <a:r>
              <a:t>logs/</a:t>
            </a:r>
          </a:p>
          <a:p>
            <a:r>
              <a:t>backup.sh</a:t>
            </a:r>
          </a:p>
          <a:p>
            <a:r>
              <a:t>index.php</a:t>
            </a:r>
          </a:p>
          <a:p>
            <a:r>
              <a:t>download.php</a:t>
            </a:r>
          </a:p>
          <a:p>
            <a:r>
              <a:t>logs.php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Create project directories</a:t>
            </a:r>
          </a:p>
          <a:p>
            <a:r>
              <a:t>2. Develop backup.sh script</a:t>
            </a:r>
          </a:p>
          <a:p>
            <a:r>
              <a:t>3. Make script executable</a:t>
            </a:r>
          </a:p>
          <a:p>
            <a:r>
              <a:t>4. Test manual backup</a:t>
            </a:r>
          </a:p>
          <a:p>
            <a:r>
              <a:t>5. Configure cron job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 directory</a:t>
            </a:r>
          </a:p>
          <a:p>
            <a:r>
              <a:t>2. Rsync copies files</a:t>
            </a:r>
          </a:p>
          <a:p>
            <a:r>
              <a:t>3. Tar compresses files</a:t>
            </a:r>
          </a:p>
          <a:p>
            <a:r>
              <a:t>4. Backup stored in backups folder</a:t>
            </a:r>
          </a:p>
          <a:p>
            <a:r>
              <a:t>5. Log file updated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backup process</a:t>
            </a:r>
          </a:p>
          <a:p>
            <a:r>
              <a:t>• Reduces human errors</a:t>
            </a:r>
          </a:p>
          <a:p>
            <a:r>
              <a:t>• Efficient storage with compression</a:t>
            </a:r>
          </a:p>
          <a:p>
            <a:r>
              <a:t>• Easy monitoring using web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backup integration</a:t>
            </a:r>
          </a:p>
          <a:p>
            <a:r>
              <a:t>• Backup encryption</a:t>
            </a:r>
          </a:p>
          <a:p>
            <a:r>
              <a:t>• Email notifications</a:t>
            </a:r>
          </a:p>
          <a:p>
            <a:r>
              <a:t>• User authentication for web interface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Automated Backup Web Manager provides an efficient way to automate backups using Linux tools and a web interface. It improves data protection and simplifies backup management.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