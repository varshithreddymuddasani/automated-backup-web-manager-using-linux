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6" r:id="rId10"/>
    <p:sldId id="267" r:id="rId11"/>
    <p:sldId id="268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5522" y="1321109"/>
            <a:ext cx="8229600" cy="1143000"/>
          </a:xfrm>
        </p:spPr>
        <p:txBody>
          <a:bodyPr/>
          <a:lstStyle/>
          <a:p>
            <a:r>
              <a:rPr lang="en-US" b="1" dirty="0"/>
              <a:t>Automated Backup Web Manager</a:t>
            </a:r>
            <a:endParaRPr lang="en-US" dirty="0"/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8C40C0FE-0F82-5404-A949-61983F302F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50120582"/>
              </p:ext>
            </p:extLst>
          </p:nvPr>
        </p:nvGraphicFramePr>
        <p:xfrm>
          <a:off x="1605116" y="3429000"/>
          <a:ext cx="5953432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6716">
                  <a:extLst>
                    <a:ext uri="{9D8B030D-6E8A-4147-A177-3AD203B41FA5}">
                      <a16:colId xmlns:a16="http://schemas.microsoft.com/office/drawing/2014/main" val="89331077"/>
                    </a:ext>
                  </a:extLst>
                </a:gridCol>
                <a:gridCol w="2976716">
                  <a:extLst>
                    <a:ext uri="{9D8B030D-6E8A-4147-A177-3AD203B41FA5}">
                      <a16:colId xmlns:a16="http://schemas.microsoft.com/office/drawing/2014/main" val="4265277944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0" dirty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  <a:ea typeface="Times New Roman" panose="02020603050405020304" pitchFamily="18" charset="0"/>
                          <a:cs typeface="Gautami" panose="020B0502040204020203" pitchFamily="34" charset="0"/>
                        </a:rPr>
                        <a:t>M VARSHITH REDDY</a:t>
                      </a:r>
                      <a:endParaRPr lang="en-US" sz="12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Gautam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0" dirty="0">
                          <a:solidFill>
                            <a:srgbClr val="000000"/>
                          </a:solidFill>
                          <a:effectLst/>
                          <a:latin typeface="Gautami" panose="020B0502040204020203" pitchFamily="34" charset="0"/>
                          <a:ea typeface="Times New Roman" panose="02020603050405020304" pitchFamily="18" charset="0"/>
                          <a:cs typeface="Gautami" panose="020B0502040204020203" pitchFamily="34" charset="0"/>
                        </a:rPr>
                        <a:t>SHASHIDHAR</a:t>
                      </a:r>
                      <a:endParaRPr lang="en-US" sz="12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Gautam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1206906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0" dirty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  <a:ea typeface="Times New Roman" panose="02020603050405020304" pitchFamily="18" charset="0"/>
                          <a:cs typeface="Gautami" panose="020B0502040204020203" pitchFamily="34" charset="0"/>
                        </a:rPr>
                        <a:t>CYBER SECURITY STUDENT</a:t>
                      </a:r>
                      <a:endParaRPr lang="en-US" sz="12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Gautam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0" dirty="0">
                          <a:solidFill>
                            <a:srgbClr val="000000"/>
                          </a:solidFill>
                          <a:effectLst/>
                          <a:latin typeface="Gautami" panose="020B0502040204020203" pitchFamily="34" charset="0"/>
                          <a:ea typeface="Times New Roman" panose="02020603050405020304" pitchFamily="18" charset="0"/>
                          <a:cs typeface="Gautami" panose="020B0502040204020203" pitchFamily="34" charset="0"/>
                        </a:rPr>
                        <a:t>CYBER SECURITY MENTOR</a:t>
                      </a:r>
                      <a:endParaRPr lang="en-US" sz="12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Gautam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45099819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  <a:ea typeface="Times New Roman" panose="02020603050405020304" pitchFamily="18" charset="0"/>
                          <a:cs typeface="Gautami" panose="020B0502040204020203" pitchFamily="34" charset="0"/>
                        </a:rPr>
                        <a:t>9390542631</a:t>
                      </a:r>
                      <a:endParaRPr lang="en-US" sz="12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Gautam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b="1" kern="0" dirty="0">
                          <a:solidFill>
                            <a:srgbClr val="000000"/>
                          </a:solidFill>
                          <a:effectLst/>
                          <a:latin typeface="Gautami" panose="020B0502040204020203" pitchFamily="34" charset="0"/>
                          <a:ea typeface="Times New Roman" panose="02020603050405020304" pitchFamily="18" charset="0"/>
                          <a:cs typeface="Gautami" panose="020B0502040204020203" pitchFamily="34" charset="0"/>
                        </a:rPr>
                        <a:t>9603343287</a:t>
                      </a:r>
                      <a:endParaRPr lang="en-US" sz="12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Gautam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15561888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38085"/>
          </a:xfrm>
        </p:spPr>
        <p:txBody>
          <a:bodyPr>
            <a:normAutofit fontScale="90000"/>
          </a:bodyPr>
          <a:lstStyle/>
          <a:p>
            <a:r>
              <a:rPr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79872"/>
            <a:ext cx="8229600" cy="4946292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Data is one of the most valuable assets for individuals and                 organizations. </a:t>
            </a:r>
            <a:br>
              <a:rPr lang="en-US" sz="2400" dirty="0"/>
            </a:br>
            <a:r>
              <a:rPr lang="en-US" sz="2400" dirty="0"/>
              <a:t>• Data loss can occur due to hardware failure, accidental deletion, malware, or system crashes.</a:t>
            </a:r>
            <a:br>
              <a:rPr lang="en-US" sz="2400" dirty="0"/>
            </a:br>
            <a:r>
              <a:rPr lang="en-US" sz="2400" dirty="0"/>
              <a:t>• Regular backups are essential to protect important files and ensure data recovery.</a:t>
            </a:r>
            <a:br>
              <a:rPr lang="en-US" sz="2400" dirty="0"/>
            </a:br>
            <a:r>
              <a:rPr lang="en-US" sz="2400" dirty="0"/>
              <a:t>• Automated backup systems help ensure consistent and reliable data protection.</a:t>
            </a:r>
            <a:br>
              <a:rPr lang="en-US" sz="2400" dirty="0"/>
            </a:br>
            <a:r>
              <a:rPr lang="en-US" sz="2400" dirty="0"/>
              <a:t>• The </a:t>
            </a:r>
            <a:r>
              <a:rPr lang="en-US" sz="2400" b="1" dirty="0"/>
              <a:t>Automated Backup Web Manager</a:t>
            </a:r>
            <a:r>
              <a:rPr lang="en-US" sz="2400" dirty="0"/>
              <a:t> simplifies backup management using Linux tools and a web interface.</a:t>
            </a:r>
            <a:endParaRPr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36407"/>
          </a:xfrm>
        </p:spPr>
        <p:txBody>
          <a:bodyPr>
            <a:normAutofit/>
          </a:bodyPr>
          <a:lstStyle/>
          <a:p>
            <a:r>
              <a:rPr sz="4000" dirty="0"/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99536"/>
            <a:ext cx="8229600" cy="4926628"/>
          </a:xfrm>
        </p:spPr>
        <p:txBody>
          <a:bodyPr>
            <a:normAutofit fontScale="925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Many users rely on manual backup methods to protect important     data.</a:t>
            </a:r>
            <a:br>
              <a:rPr lang="en-US" sz="2400" dirty="0"/>
            </a:br>
            <a:r>
              <a:rPr lang="en-US" sz="2400" dirty="0"/>
              <a:t>• Manual backups are time-consuming and often forgotten.</a:t>
            </a:r>
            <a:br>
              <a:rPr lang="en-US" sz="2400" dirty="0"/>
            </a:br>
            <a:r>
              <a:rPr lang="en-US" sz="2400" dirty="0"/>
              <a:t>• Lack of centralized backup management makes monitoring difficult.</a:t>
            </a:r>
            <a:br>
              <a:rPr lang="en-US" sz="2400" dirty="0"/>
            </a:br>
            <a:r>
              <a:rPr lang="en-US" sz="2400" dirty="0"/>
              <a:t>• Administrators cannot easily track backup status or errors.</a:t>
            </a:r>
            <a:br>
              <a:rPr lang="en-US" sz="2400" dirty="0"/>
            </a:br>
            <a:r>
              <a:rPr lang="en-US" sz="2400" dirty="0"/>
              <a:t>• Data loss due to system failures or accidental deletion can cause serious problems.</a:t>
            </a:r>
            <a:br>
              <a:rPr lang="en-US" sz="2400" dirty="0"/>
            </a:br>
            <a:r>
              <a:rPr lang="en-US" sz="2400" dirty="0"/>
              <a:t>• A reliable and automated backup system is needed to ensure regular and secure data backups.</a:t>
            </a:r>
            <a:endParaRPr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16743"/>
          </a:xfrm>
        </p:spPr>
        <p:txBody>
          <a:bodyPr>
            <a:normAutofit/>
          </a:bodyPr>
          <a:lstStyle/>
          <a:p>
            <a:r>
              <a:rPr sz="4000" dirty="0"/>
              <a:t>Project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79872"/>
            <a:ext cx="8229600" cy="494629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400" dirty="0"/>
              <a:t>• To develop a system that automates the backup of important directories.</a:t>
            </a:r>
            <a:br>
              <a:rPr lang="en-US" sz="2400" dirty="0"/>
            </a:br>
            <a:r>
              <a:rPr lang="en-US" sz="2400" dirty="0"/>
              <a:t>• To reduce manual effort in managing system backups.</a:t>
            </a:r>
            <a:br>
              <a:rPr lang="en-US" sz="2400" dirty="0"/>
            </a:br>
            <a:r>
              <a:rPr lang="en-US" sz="2400" dirty="0"/>
              <a:t>• To compress and store backup files efficiently.</a:t>
            </a:r>
            <a:br>
              <a:rPr lang="en-US" sz="2400" dirty="0"/>
            </a:br>
            <a:r>
              <a:rPr lang="en-US" sz="2400" dirty="0"/>
              <a:t>• To schedule backups automatically using </a:t>
            </a:r>
            <a:r>
              <a:rPr lang="en-US" sz="2400" dirty="0" err="1"/>
              <a:t>cron</a:t>
            </a:r>
            <a:r>
              <a:rPr lang="en-US" sz="2400" dirty="0"/>
              <a:t> jobs.</a:t>
            </a:r>
            <a:br>
              <a:rPr lang="en-US" sz="2400" dirty="0"/>
            </a:br>
            <a:r>
              <a:rPr lang="en-US" sz="2400" dirty="0"/>
              <a:t>• To provide a web-based interface for monitoring backups.</a:t>
            </a:r>
            <a:br>
              <a:rPr lang="en-US" sz="2400" dirty="0"/>
            </a:br>
            <a:r>
              <a:rPr lang="en-US" sz="2400" dirty="0"/>
              <a:t>• To allow users to view logs and download backup archives easily.</a:t>
            </a:r>
            <a:endParaRPr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905233"/>
          </a:xfrm>
        </p:spPr>
        <p:txBody>
          <a:bodyPr>
            <a:normAutofit/>
          </a:bodyPr>
          <a:lstStyle/>
          <a:p>
            <a:r>
              <a:rPr sz="4000" dirty="0"/>
              <a:t>Project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17524"/>
            <a:ext cx="8229600" cy="4808640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Automates the backup of selected directories in a Linux system.</a:t>
            </a:r>
            <a:br>
              <a:rPr lang="en-US" sz="2400" dirty="0"/>
            </a:br>
            <a:r>
              <a:rPr lang="en-US" sz="2400" dirty="0"/>
              <a:t>• Compresses backup data into archive files for efficient storage.</a:t>
            </a:r>
            <a:br>
              <a:rPr lang="en-US" sz="2400" dirty="0"/>
            </a:br>
            <a:r>
              <a:rPr lang="en-US" sz="2400" dirty="0"/>
              <a:t>• Uses </a:t>
            </a:r>
            <a:r>
              <a:rPr lang="en-US" sz="2400" dirty="0" err="1"/>
              <a:t>cron</a:t>
            </a:r>
            <a:r>
              <a:rPr lang="en-US" sz="2400" dirty="0"/>
              <a:t> jobs to schedule backups automatically.</a:t>
            </a:r>
            <a:br>
              <a:rPr lang="en-US" sz="2400" dirty="0"/>
            </a:br>
            <a:r>
              <a:rPr lang="en-US" sz="2400" dirty="0"/>
              <a:t>• Maintains log files to track backup activities and errors.</a:t>
            </a:r>
            <a:br>
              <a:rPr lang="en-US" sz="2400" dirty="0"/>
            </a:br>
            <a:r>
              <a:rPr lang="en-US" sz="2400" dirty="0"/>
              <a:t>• Provides a web interface to monitor and manage backups.</a:t>
            </a:r>
            <a:br>
              <a:rPr lang="en-US" sz="2400" dirty="0"/>
            </a:br>
            <a:r>
              <a:rPr lang="en-US" sz="2400" dirty="0"/>
              <a:t>• Allows users to download backup archives through a web browser.</a:t>
            </a:r>
            <a:br>
              <a:rPr lang="en-US" sz="2400" dirty="0"/>
            </a:br>
            <a:endParaRPr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974059"/>
          </a:xfrm>
        </p:spPr>
        <p:txBody>
          <a:bodyPr>
            <a:normAutofit/>
          </a:bodyPr>
          <a:lstStyle/>
          <a:p>
            <a:r>
              <a:rPr sz="4000" dirty="0"/>
              <a:t>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sz="2400" dirty="0"/>
              <a:t>Linux OS</a:t>
            </a:r>
          </a:p>
          <a:p>
            <a:pPr>
              <a:lnSpc>
                <a:spcPct val="150000"/>
              </a:lnSpc>
            </a:pPr>
            <a:r>
              <a:rPr sz="2400" dirty="0"/>
              <a:t>Bash Scripting</a:t>
            </a:r>
          </a:p>
          <a:p>
            <a:pPr>
              <a:lnSpc>
                <a:spcPct val="150000"/>
              </a:lnSpc>
            </a:pPr>
            <a:r>
              <a:rPr sz="2400" dirty="0"/>
              <a:t>Cron Jobs</a:t>
            </a:r>
          </a:p>
          <a:p>
            <a:pPr>
              <a:lnSpc>
                <a:spcPct val="150000"/>
              </a:lnSpc>
            </a:pPr>
            <a:r>
              <a:rPr sz="2400" dirty="0" err="1"/>
              <a:t>Rsync</a:t>
            </a:r>
            <a:endParaRPr sz="2400" dirty="0"/>
          </a:p>
          <a:p>
            <a:pPr>
              <a:lnSpc>
                <a:spcPct val="150000"/>
              </a:lnSpc>
            </a:pPr>
            <a:r>
              <a:rPr sz="2400" dirty="0"/>
              <a:t>Tar Utility</a:t>
            </a:r>
          </a:p>
          <a:p>
            <a:pPr>
              <a:lnSpc>
                <a:spcPct val="150000"/>
              </a:lnSpc>
            </a:pPr>
            <a:r>
              <a:rPr sz="2400" dirty="0"/>
              <a:t>PHP</a:t>
            </a:r>
          </a:p>
          <a:p>
            <a:pPr>
              <a:lnSpc>
                <a:spcPct val="150000"/>
              </a:lnSpc>
            </a:pPr>
            <a:r>
              <a:rPr sz="2400" dirty="0"/>
              <a:t>Apache Web Server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95401"/>
          </a:xfrm>
        </p:spPr>
        <p:txBody>
          <a:bodyPr>
            <a:normAutofit/>
          </a:bodyPr>
          <a:lstStyle/>
          <a:p>
            <a:r>
              <a:rPr sz="4000" dirty="0"/>
              <a:t>Project Folder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70040"/>
            <a:ext cx="8229600" cy="495612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sz="2400" dirty="0"/>
              <a:t>/var/www/html/backup-manager</a:t>
            </a:r>
          </a:p>
          <a:p>
            <a:pPr>
              <a:lnSpc>
                <a:spcPct val="150000"/>
              </a:lnSpc>
            </a:pPr>
            <a:r>
              <a:rPr sz="2400" dirty="0"/>
              <a:t>scripts/</a:t>
            </a:r>
          </a:p>
          <a:p>
            <a:pPr>
              <a:lnSpc>
                <a:spcPct val="150000"/>
              </a:lnSpc>
            </a:pPr>
            <a:r>
              <a:rPr sz="2400" dirty="0"/>
              <a:t>backups/</a:t>
            </a:r>
          </a:p>
          <a:p>
            <a:pPr>
              <a:lnSpc>
                <a:spcPct val="150000"/>
              </a:lnSpc>
            </a:pPr>
            <a:r>
              <a:rPr sz="2400" dirty="0"/>
              <a:t>logs/</a:t>
            </a:r>
          </a:p>
          <a:p>
            <a:pPr>
              <a:lnSpc>
                <a:spcPct val="150000"/>
              </a:lnSpc>
            </a:pPr>
            <a:r>
              <a:rPr sz="2400" dirty="0"/>
              <a:t>backup.sh</a:t>
            </a:r>
          </a:p>
          <a:p>
            <a:pPr>
              <a:lnSpc>
                <a:spcPct val="150000"/>
              </a:lnSpc>
            </a:pPr>
            <a:r>
              <a:rPr sz="2400" dirty="0" err="1"/>
              <a:t>index.php</a:t>
            </a:r>
            <a:endParaRPr sz="2400" dirty="0"/>
          </a:p>
          <a:p>
            <a:pPr>
              <a:lnSpc>
                <a:spcPct val="150000"/>
              </a:lnSpc>
            </a:pPr>
            <a:r>
              <a:rPr sz="2400" dirty="0" err="1"/>
              <a:t>download.php</a:t>
            </a:r>
            <a:endParaRPr sz="2400" dirty="0"/>
          </a:p>
          <a:p>
            <a:pPr>
              <a:lnSpc>
                <a:spcPct val="150000"/>
              </a:lnSpc>
            </a:pPr>
            <a:r>
              <a:rPr sz="2400" dirty="0" err="1"/>
              <a:t>logs.php</a:t>
            </a:r>
            <a:endParaRPr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36407"/>
          </a:xfrm>
        </p:spPr>
        <p:txBody>
          <a:bodyPr>
            <a:normAutofit/>
          </a:bodyPr>
          <a:lstStyle/>
          <a:p>
            <a:r>
              <a:rPr sz="4000" dirty="0"/>
              <a:t>Implementation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19200"/>
            <a:ext cx="8229600" cy="4906963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Set up Linux environment and Apache server</a:t>
            </a:r>
            <a:br>
              <a:rPr lang="en-US" sz="2400" dirty="0"/>
            </a:br>
            <a:r>
              <a:rPr lang="en-US" sz="2400" dirty="0"/>
              <a:t>• Create project folders (scripts, backups, logs)</a:t>
            </a:r>
            <a:br>
              <a:rPr lang="en-US" sz="2400" dirty="0"/>
            </a:br>
            <a:r>
              <a:rPr lang="en-US" sz="2400" dirty="0"/>
              <a:t>• Develop Bash backup script</a:t>
            </a:r>
            <a:br>
              <a:rPr lang="en-US" sz="2400" dirty="0"/>
            </a:br>
            <a:r>
              <a:rPr lang="en-US" sz="2400" dirty="0"/>
              <a:t>• Use </a:t>
            </a:r>
            <a:r>
              <a:rPr lang="en-US" sz="2400" dirty="0" err="1"/>
              <a:t>rsync</a:t>
            </a:r>
            <a:r>
              <a:rPr lang="en-US" sz="2400" dirty="0"/>
              <a:t> and tar for backup and compression</a:t>
            </a:r>
            <a:br>
              <a:rPr lang="en-US" sz="2400" dirty="0"/>
            </a:br>
            <a:r>
              <a:rPr lang="en-US" sz="2400" dirty="0"/>
              <a:t>• Schedule backups using </a:t>
            </a:r>
            <a:r>
              <a:rPr lang="en-US" sz="2400" dirty="0" err="1"/>
              <a:t>cron</a:t>
            </a:r>
            <a:r>
              <a:rPr lang="en-US" sz="2400" dirty="0"/>
              <a:t> jobs</a:t>
            </a:r>
            <a:br>
              <a:rPr lang="en-US" sz="2400" dirty="0"/>
            </a:br>
            <a:r>
              <a:rPr lang="en-US" sz="2400" dirty="0"/>
              <a:t>• Create PHP web interface</a:t>
            </a:r>
            <a:br>
              <a:rPr lang="en-US" sz="2400" dirty="0"/>
            </a:br>
            <a:r>
              <a:rPr lang="en-US" sz="2400" dirty="0"/>
              <a:t>• Test backup and download functionality</a:t>
            </a:r>
            <a:endParaRPr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85568"/>
          </a:xfrm>
        </p:spPr>
        <p:txBody>
          <a:bodyPr>
            <a:normAutofit/>
          </a:bodyPr>
          <a:lstStyle/>
          <a:p>
            <a:r>
              <a:rPr sz="4000" dirty="0"/>
              <a:t>Advantages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29032"/>
            <a:ext cx="8229600" cy="4897131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endParaRPr lang="en-US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Automates the backup process</a:t>
            </a:r>
            <a:br>
              <a:rPr lang="en-US" sz="2400" dirty="0"/>
            </a:br>
            <a:r>
              <a:rPr lang="en-US" sz="2400" dirty="0"/>
              <a:t>• Reduces manual effort and human errors</a:t>
            </a:r>
            <a:br>
              <a:rPr lang="en-US" sz="2400" dirty="0"/>
            </a:br>
            <a:r>
              <a:rPr lang="en-US" sz="2400" dirty="0"/>
              <a:t>• Saves storage using compressed backup files</a:t>
            </a:r>
            <a:br>
              <a:rPr lang="en-US" sz="2400" dirty="0"/>
            </a:br>
            <a:r>
              <a:rPr lang="en-US" sz="2400" dirty="0"/>
              <a:t>• Easy monitoring through web interface</a:t>
            </a:r>
            <a:br>
              <a:rPr lang="en-US" sz="2400" dirty="0"/>
            </a:br>
            <a:r>
              <a:rPr lang="en-US" sz="2400" dirty="0"/>
              <a:t>• Improves data safety and recovery</a:t>
            </a:r>
            <a:br>
              <a:rPr lang="en-US" sz="2400" dirty="0"/>
            </a:br>
            <a:r>
              <a:rPr lang="en-US" sz="2400" dirty="0"/>
              <a:t>• Simple and efficient for Linux systems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905233"/>
          </a:xfrm>
        </p:spPr>
        <p:txBody>
          <a:bodyPr>
            <a:normAutofit/>
          </a:bodyPr>
          <a:lstStyle/>
          <a:p>
            <a:r>
              <a:rPr sz="4000" dirty="0"/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37188"/>
            <a:ext cx="8229600" cy="4788976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/>
              <a:t>• Integration with cloud storage for remote backups</a:t>
            </a:r>
            <a:br>
              <a:rPr lang="en-US" sz="2400" dirty="0"/>
            </a:br>
            <a:r>
              <a:rPr lang="en-US" sz="2400" dirty="0"/>
              <a:t>• Encryption of backup files for better security</a:t>
            </a:r>
            <a:br>
              <a:rPr lang="en-US" sz="2400" dirty="0"/>
            </a:br>
            <a:r>
              <a:rPr lang="en-US" sz="2400" dirty="0"/>
              <a:t>• Email notifications for backup status</a:t>
            </a:r>
            <a:br>
              <a:rPr lang="en-US" sz="2400" dirty="0"/>
            </a:br>
            <a:r>
              <a:rPr lang="en-US" sz="2400" dirty="0"/>
              <a:t>• User authentication for secure web access</a:t>
            </a:r>
            <a:br>
              <a:rPr lang="en-US" sz="2400" dirty="0"/>
            </a:br>
            <a:r>
              <a:rPr lang="en-US" sz="2400" dirty="0"/>
              <a:t>• Automatic backup restoration feature</a:t>
            </a:r>
            <a:endParaRPr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36407"/>
          </a:xfrm>
        </p:spPr>
        <p:txBody>
          <a:bodyPr>
            <a:normAutofit/>
          </a:bodyPr>
          <a:lstStyle/>
          <a:p>
            <a:r>
              <a:rPr sz="4000"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97858"/>
            <a:ext cx="8229600" cy="4828305"/>
          </a:xfrm>
        </p:spPr>
        <p:txBody>
          <a:bodyPr>
            <a:normAutofit fontScale="92500"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lang="en-US" sz="2400" dirty="0"/>
              <a:t>• The project provides a simple and efficient automated backup solution.</a:t>
            </a:r>
            <a:br>
              <a:rPr lang="en-US" sz="2400" dirty="0"/>
            </a:br>
            <a:r>
              <a:rPr lang="en-US" sz="2400" dirty="0"/>
              <a:t>• The web interface makes backup monitoring and downloading easy. </a:t>
            </a:r>
          </a:p>
          <a:p>
            <a:pPr marL="0" indent="0">
              <a:lnSpc>
                <a:spcPct val="160000"/>
              </a:lnSpc>
              <a:buNone/>
            </a:pPr>
            <a:r>
              <a:rPr lang="en-US" sz="2400" dirty="0"/>
              <a:t>• By combining Bash scripting, Cron job scheduling, and PHP-based web technologies, the system provides an efficient solution for managing backups in a centralized manner.</a:t>
            </a:r>
            <a:br>
              <a:rPr lang="en-US" sz="2400" dirty="0"/>
            </a:br>
            <a:r>
              <a:rPr lang="en-US" sz="2400" dirty="0"/>
              <a:t>• It helps improve data protection and reduces manual backup effort.</a:t>
            </a:r>
            <a:endParaRPr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577</Words>
  <Application>Microsoft Office PowerPoint</Application>
  <PresentationFormat>On-screen Show (4:3)</PresentationFormat>
  <Paragraphs>42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Gautami</vt:lpstr>
      <vt:lpstr>Office Theme</vt:lpstr>
      <vt:lpstr>Automated Backup Web Manager</vt:lpstr>
      <vt:lpstr>Introduction</vt:lpstr>
      <vt:lpstr>Problem Statement</vt:lpstr>
      <vt:lpstr>Project Objectives</vt:lpstr>
      <vt:lpstr>Project Scope</vt:lpstr>
      <vt:lpstr>Tools and Technologies</vt:lpstr>
      <vt:lpstr>Project Folder Structure</vt:lpstr>
      <vt:lpstr>Implementation Steps</vt:lpstr>
      <vt:lpstr>Advantages</vt:lpstr>
      <vt:lpstr>Future Enhancements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Varshithreddy Muddasani</cp:lastModifiedBy>
  <cp:revision>18</cp:revision>
  <dcterms:created xsi:type="dcterms:W3CDTF">2013-01-27T09:14:16Z</dcterms:created>
  <dcterms:modified xsi:type="dcterms:W3CDTF">2026-03-13T06:05:01Z</dcterms:modified>
  <cp:category/>
</cp:coreProperties>
</file>